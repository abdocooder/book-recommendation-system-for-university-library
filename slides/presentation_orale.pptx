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Système de recommandation de livres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8016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Bibliothèque universitaire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Filtrage collaboratif + K-Means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Projet Data Mining avec aide à la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Data Mining + DSS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Problématique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8016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Les étudiants ont beaucoup de choix mais peu d’orientation personnalisée.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La bibliothèque veut recommander les bons livres aux bons profils.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Objectif DSS : transformer les données en décisions.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Data Mining + 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Données utilisées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8016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Books.csv : ISBN, titre, auteur, année, éditeur.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Ratings.csv : User-ID, ISBN, Book-Rating.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Users.csv : âge, localisation.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Data Mining + DSS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Pipeline Data Mining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8016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Compréhension du problème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Prétraitement et matrice utilisateur-livre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Modélisation : recommandation + clustering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Évaluation + interprétation DSS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Data Mining + DSS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Filtrage collaboratif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8016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User-Based : recommander à partir d’étudiants similaires.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Item-Based : recommander des livres similaires.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Similarité utilisée : cosine similarity.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Data Mining + DSS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Clustering K-Means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8016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Regrouper les étudiants selon leurs habitudes de lecture.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Réduction de dimension avec SVD.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Interprétation des clusters par livres dominants.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Data Mining + DSS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Évaluation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8016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RMSE : erreur de prédiction des ratings.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Precision@K : pertinence des recommandations.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Hit Rate@K : au moins une bonne recommandation.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Silhouette Score : qualité des clusters.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Data Mining + DSS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Visualisations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8016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Distribution des ratings.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Top 10 livres les plus évalués.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Comparaison RMSE.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Nombre d’étudiants par cluster.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Data Mining + DSS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Aide à la décision DSS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8016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Recommander des livres par étudiant.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Identifier des profils de lecteurs.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Améliorer les achats et le stock.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Mettre en avant les livres pertinents.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Data Mining + DSS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8016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Projet complet : analyse + modèles + évaluation + DSS.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Le système aide la bibliothèque à personnaliser ses services.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Améliorations possibles : dashboard, interface web, données réelles de la bibliothèque.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Data Mining + DSS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